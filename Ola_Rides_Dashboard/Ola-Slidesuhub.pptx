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3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25.sv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18.png"/><Relationship Id="rId10" Type="http://schemas.openxmlformats.org/officeDocument/2006/relationships/image" Target="../media/image28.png"/><Relationship Id="rId19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Gajanan</dc:creator>
  <cp:lastModifiedBy>manasigade07@gmail.com</cp:lastModifiedBy>
  <cp:revision>7</cp:revision>
  <dcterms:created xsi:type="dcterms:W3CDTF">2024-10-05T18:58:27Z</dcterms:created>
  <dcterms:modified xsi:type="dcterms:W3CDTF">2025-05-03T06:02:47Z</dcterms:modified>
</cp:coreProperties>
</file>